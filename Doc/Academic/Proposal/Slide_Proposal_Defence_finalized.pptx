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1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8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4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2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5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7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4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6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29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C048611-791A-466A-A5C1-B0415D43D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161947-E7E2-4BB4-DD25-3FC220F1FD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10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0E884A-93C9-44E4-842F-5B6C251F8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476" y="723900"/>
            <a:ext cx="10610474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0EB31C-CD53-48C2-A9BE-DFB0681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98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E1FA99-A907-7A55-CE98-F80E4A941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52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B00D8-497A-1DDE-5FCF-34FAA6A9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106CABF6-8242-4B05-3DED-26FCCE35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6553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230DC-0899-78E7-AF2C-0F230290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7A4D1A-098B-CF8A-B3DA-6E524880E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860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AZRI BIN AZIZ</dc:creator>
  <cp:lastModifiedBy>MOHAMMAD AZRI BIN AZIZ</cp:lastModifiedBy>
  <cp:revision>1</cp:revision>
  <dcterms:created xsi:type="dcterms:W3CDTF">2025-12-12T09:06:17Z</dcterms:created>
  <dcterms:modified xsi:type="dcterms:W3CDTF">2025-12-12T09:09:22Z</dcterms:modified>
</cp:coreProperties>
</file>