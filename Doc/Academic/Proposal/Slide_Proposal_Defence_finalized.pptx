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900" autoAdjust="0"/>
    <p:restoredTop sz="94660"/>
  </p:normalViewPr>
  <p:slideViewPr>
    <p:cSldViewPr snapToGrid="0">
      <p:cViewPr varScale="1">
        <p:scale>
          <a:sx n="80" d="100"/>
          <a:sy n="80" d="100"/>
        </p:scale>
        <p:origin x="58" y="14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3155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4848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90158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12/20/2025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4489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12/20/2025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6291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12/20/2025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783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12/20/2025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4552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12/20/2025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0791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12/20/2025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06417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660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9646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82903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479833C7-FDE4-4657-B0B1-32BE833C24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0ABE7C0B-A2D9-4202-A524-532DA2E2D5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screenshot of a computer screen">
            <a:extLst>
              <a:ext uri="{FF2B5EF4-FFF2-40B4-BE49-F238E27FC236}">
                <a16:creationId xmlns:a16="http://schemas.microsoft.com/office/drawing/2014/main" id="{1C8D98A0-99AD-FA5E-87B3-3F873AF859F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-713984" y="-401617"/>
            <a:ext cx="14208690" cy="7992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09874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479833C7-FDE4-4657-B0B1-32BE833C24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BE7C0B-A2D9-4202-A524-532DA2E2D5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E46E02A-55A6-7509-1F29-5BD3F4B094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0"/>
            <a:ext cx="12192000" cy="6855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45282"/>
      </p:ext>
    </p:extLst>
  </p:cSld>
  <p:clrMapOvr>
    <a:masterClrMapping/>
  </p:clrMapOvr>
  <p:transition spd="med">
    <p:pull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6B00D8-497A-1DDE-5FCF-34FAA6A97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479833C7-FDE4-4657-B0B1-32BE833C24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ABE7C0B-A2D9-4202-A524-532DA2E2D5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screenshot of a computer">
            <a:extLst>
              <a:ext uri="{FF2B5EF4-FFF2-40B4-BE49-F238E27FC236}">
                <a16:creationId xmlns:a16="http://schemas.microsoft.com/office/drawing/2014/main" id="{DBFE0117-1194-9DEA-8233-DE3CBA0471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0"/>
            <a:ext cx="12192000" cy="6855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5065532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30230DC-0899-78E7-AF2C-0F2302901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479833C7-FDE4-4657-B0B1-32BE833C24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ABE7C0B-A2D9-4202-A524-532DA2E2D5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A1040FF-2F32-3557-CDE5-DD39FE64317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0" y="10"/>
            <a:ext cx="12191979" cy="6857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9786049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617095-FE8A-7A87-E8FE-2294CD8CC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ACF96A7A-4DF9-A03F-81DD-4817EDE44A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AEEF1E5-0D2A-EE47-4A9B-60FE0DBCD0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37C9848D-C1CF-62FC-884D-18041C1FB6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D1BA4DDF-D8EA-F918-400D-96238837F8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5ADBD74-4E49-270E-BE6D-F3ACB48958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0"/>
            <a:ext cx="12192000" cy="685522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B09377-4288-E306-F101-E099259302A0}"/>
              </a:ext>
            </a:extLst>
          </p:cNvPr>
          <p:cNvSpPr txBox="1"/>
          <p:nvPr/>
        </p:nvSpPr>
        <p:spPr>
          <a:xfrm>
            <a:off x="0" y="113122"/>
            <a:ext cx="41195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LITERATURE REVIEW</a:t>
            </a:r>
          </a:p>
        </p:txBody>
      </p:sp>
    </p:spTree>
    <p:extLst>
      <p:ext uri="{BB962C8B-B14F-4D97-AF65-F5344CB8AC3E}">
        <p14:creationId xmlns:p14="http://schemas.microsoft.com/office/powerpoint/2010/main" val="427112860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6AF0C6-21A5-5790-9636-E03B1AB8A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AEFD7F06-48AA-9D55-AC96-96F472FFA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5005FC7-D6E7-6A24-D7B6-C7E97FD4D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A1097628-1712-54FE-E3E3-3156E5A465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6DC316E-DC66-E75C-B93C-E3850814FA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screenshot of a computer">
            <a:extLst>
              <a:ext uri="{FF2B5EF4-FFF2-40B4-BE49-F238E27FC236}">
                <a16:creationId xmlns:a16="http://schemas.microsoft.com/office/drawing/2014/main" id="{7ABF2BF9-F4C6-A58E-0AE0-8B26D254D6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0"/>
            <a:ext cx="12192000" cy="685522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6CBDBD-4399-DA04-8A94-5CE19502AF6E}"/>
              </a:ext>
            </a:extLst>
          </p:cNvPr>
          <p:cNvSpPr txBox="1"/>
          <p:nvPr/>
        </p:nvSpPr>
        <p:spPr>
          <a:xfrm>
            <a:off x="0" y="113122"/>
            <a:ext cx="41195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LITERATURE REVIEW</a:t>
            </a:r>
          </a:p>
        </p:txBody>
      </p:sp>
    </p:spTree>
    <p:extLst>
      <p:ext uri="{BB962C8B-B14F-4D97-AF65-F5344CB8AC3E}">
        <p14:creationId xmlns:p14="http://schemas.microsoft.com/office/powerpoint/2010/main" val="224609327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A20B1B-6673-492D-31EB-97416EF05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4863342C-9662-C014-662E-72DF771136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A377B408-D675-8F40-9A13-7D99C0FD17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AC81ECD2-F931-D6DE-B72B-487A3A655B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E2AE4A3-1FA8-FEE3-9B48-06511CF4B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">
            <a:extLst>
              <a:ext uri="{FF2B5EF4-FFF2-40B4-BE49-F238E27FC236}">
                <a16:creationId xmlns:a16="http://schemas.microsoft.com/office/drawing/2014/main" id="{9A6093B0-44BE-421C-2282-9CA3ACDFE5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0"/>
            <a:ext cx="12192000" cy="685522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9A47C48-498F-3F59-E6C2-C0D703426C71}"/>
              </a:ext>
            </a:extLst>
          </p:cNvPr>
          <p:cNvSpPr txBox="1"/>
          <p:nvPr/>
        </p:nvSpPr>
        <p:spPr>
          <a:xfrm>
            <a:off x="0" y="113122"/>
            <a:ext cx="41195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LITERATURE REVIEW</a:t>
            </a:r>
          </a:p>
        </p:txBody>
      </p:sp>
    </p:spTree>
    <p:extLst>
      <p:ext uri="{BB962C8B-B14F-4D97-AF65-F5344CB8AC3E}">
        <p14:creationId xmlns:p14="http://schemas.microsoft.com/office/powerpoint/2010/main" val="370833761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2B7E09-DD12-3FAB-68B7-F35F90295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52DA659-04E6-19F5-45EF-B3AF560DB5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CFFB481-A244-6FE0-A26D-134D96FF4D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86D7D773-4052-90F9-729D-45B5DF5BF5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BA6EBC20-C6F4-D0B2-B893-4C30FE8C6A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2B9B32-2A4F-E95A-0057-9131250D2104}"/>
              </a:ext>
            </a:extLst>
          </p:cNvPr>
          <p:cNvSpPr txBox="1"/>
          <p:nvPr/>
        </p:nvSpPr>
        <p:spPr>
          <a:xfrm>
            <a:off x="0" y="113122"/>
            <a:ext cx="41195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LITERATURE REVIEW</a:t>
            </a:r>
          </a:p>
        </p:txBody>
      </p:sp>
    </p:spTree>
    <p:extLst>
      <p:ext uri="{BB962C8B-B14F-4D97-AF65-F5344CB8AC3E}">
        <p14:creationId xmlns:p14="http://schemas.microsoft.com/office/powerpoint/2010/main" val="22494323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</TotalTime>
  <Words>8</Words>
  <Application>Microsoft Office PowerPoint</Application>
  <PresentationFormat>Widescreen</PresentationFormat>
  <Paragraphs>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Calisto MT</vt:lpstr>
      <vt:lpstr>Univers Condensed</vt:lpstr>
      <vt:lpstr>ChronicleVTI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MOHAMMAD AZRI BIN AZIZ</dc:creator>
  <cp:lastModifiedBy>MOHAMMAD AZRI BIN AZIZ</cp:lastModifiedBy>
  <cp:revision>5</cp:revision>
  <dcterms:created xsi:type="dcterms:W3CDTF">2025-12-12T09:06:17Z</dcterms:created>
  <dcterms:modified xsi:type="dcterms:W3CDTF">2025-12-20T07:34:02Z</dcterms:modified>
</cp:coreProperties>
</file>