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3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78D7"/>
                </a:solidFill>
              </a:defRPr>
            </a:pPr>
            <a:r>
              <a:rPr lang="en-MY" dirty="0" smtClean="0"/>
              <a:t>Presentation Guide for </a:t>
            </a:r>
            <a:r>
              <a:rPr dirty="0" smtClean="0"/>
              <a:t>Proposal </a:t>
            </a:r>
            <a:r>
              <a:rPr dirty="0"/>
              <a:t>Defense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Student Name | Student ID</a:t>
            </a:r>
          </a:p>
          <a:p>
            <a:r>
              <a:rPr dirty="0"/>
              <a:t>Supervisor Name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Background</a:t>
            </a:r>
            <a:endParaRPr dirty="0"/>
          </a:p>
          <a:p>
            <a:r>
              <a:rPr dirty="0" smtClean="0"/>
              <a:t>Problem </a:t>
            </a:r>
            <a:r>
              <a:rPr dirty="0"/>
              <a:t>Statement</a:t>
            </a:r>
          </a:p>
          <a:p>
            <a:r>
              <a:rPr dirty="0" smtClean="0"/>
              <a:t>Motivation</a:t>
            </a:r>
            <a:r>
              <a:rPr lang="en-MY" dirty="0" smtClean="0"/>
              <a:t> or </a:t>
            </a:r>
            <a:r>
              <a:rPr lang="en-US" dirty="0" smtClean="0"/>
              <a:t>Significance </a:t>
            </a:r>
            <a:r>
              <a:rPr lang="en-US" dirty="0"/>
              <a:t>of the </a:t>
            </a:r>
            <a:r>
              <a:rPr lang="en-US" dirty="0" smtClean="0"/>
              <a:t>study/project</a:t>
            </a:r>
            <a:endParaRPr lang="en-MY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Objective 1</a:t>
            </a:r>
          </a:p>
          <a:p>
            <a:pPr marL="0" indent="0">
              <a:buNone/>
            </a:pPr>
            <a:r>
              <a:rPr dirty="0"/>
              <a:t>• Objective 2</a:t>
            </a:r>
          </a:p>
          <a:p>
            <a:pPr marL="0" indent="0">
              <a:buNone/>
            </a:pPr>
            <a:r>
              <a:rPr dirty="0"/>
              <a:t>• Objective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Key </a:t>
            </a:r>
            <a:r>
              <a:rPr dirty="0" smtClean="0"/>
              <a:t>Studies</a:t>
            </a:r>
            <a:endParaRPr lang="en-MY" dirty="0" smtClean="0"/>
          </a:p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Research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Approach / Model</a:t>
            </a:r>
          </a:p>
          <a:p>
            <a:pPr marL="0" indent="0">
              <a:buNone/>
            </a:pPr>
            <a:r>
              <a:rPr dirty="0"/>
              <a:t>• Tools &amp; Techniques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Outcomes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smtClean="0"/>
              <a:t>Contributions</a:t>
            </a:r>
            <a:r>
              <a:rPr lang="en-MY" dirty="0" smtClean="0"/>
              <a:t> to Computer Systems Security domain</a:t>
            </a:r>
            <a:endParaRPr dirty="0"/>
          </a:p>
          <a:p>
            <a:pPr marL="0" indent="0">
              <a:buNone/>
            </a:pPr>
            <a:r>
              <a:rPr dirty="0"/>
              <a:t>• Security Improvements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Timeline</a:t>
            </a:r>
            <a:r>
              <a:rPr lang="en-MY" dirty="0" smtClean="0"/>
              <a:t> Planning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Gantt </a:t>
            </a:r>
            <a:r>
              <a:rPr dirty="0"/>
              <a:t>Chart of </a:t>
            </a:r>
            <a:r>
              <a:rPr dirty="0" smtClean="0"/>
              <a:t>Activities</a:t>
            </a:r>
            <a:endParaRPr lang="en-MY" dirty="0" smtClean="0"/>
          </a:p>
          <a:p>
            <a:r>
              <a:rPr lang="en-MY" dirty="0" smtClean="0"/>
              <a:t>Timeline of the whole project (FYP1 &amp; FYP2)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Proposal </a:t>
            </a:r>
            <a:r>
              <a:rPr dirty="0"/>
              <a:t>Summary</a:t>
            </a:r>
          </a:p>
          <a:p>
            <a:r>
              <a:rPr dirty="0" smtClean="0"/>
              <a:t>Final </a:t>
            </a:r>
            <a:r>
              <a:rPr dirty="0"/>
              <a:t>Remarks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93</Words>
  <Application>Microsoft Office PowerPoint</Application>
  <PresentationFormat>On-screen Show (4:3)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Presentation Guide for Proposal Defense</vt:lpstr>
      <vt:lpstr>Introduction</vt:lpstr>
      <vt:lpstr>Research Objectives</vt:lpstr>
      <vt:lpstr>Literature Review</vt:lpstr>
      <vt:lpstr>Research Methodology</vt:lpstr>
      <vt:lpstr>Expected Results</vt:lpstr>
      <vt:lpstr>Timeline Planning</vt:lpstr>
      <vt:lpstr>Conclusion</vt:lpstr>
      <vt:lpstr>Questions &amp; Answers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Development Proposal Defense</dc:title>
  <dc:subject/>
  <dc:creator>Norsuhaili</dc:creator>
  <cp:keywords/>
  <dc:description>generated using python-pptx</dc:description>
  <cp:lastModifiedBy>Norsuhaili Seid - Ts.</cp:lastModifiedBy>
  <cp:revision>5</cp:revision>
  <dcterms:created xsi:type="dcterms:W3CDTF">2013-01-27T09:14:16Z</dcterms:created>
  <dcterms:modified xsi:type="dcterms:W3CDTF">2025-11-05T10:16:34Z</dcterms:modified>
  <cp:category/>
</cp:coreProperties>
</file>